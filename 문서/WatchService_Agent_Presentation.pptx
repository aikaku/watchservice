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79"/>
  </p:normalViewPr>
  <p:slideViewPr>
    <p:cSldViewPr snapToGrid="0" snapToObjects="1">
      <p:cViewPr varScale="1">
        <p:scale>
          <a:sx n="112" d="100"/>
          <a:sy n="112" d="100"/>
        </p:scale>
        <p:origin x="6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0" y="1280160"/>
            <a:ext cx="2130552" cy="3474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0" y="1280160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FDBFE"/>
                </a:solidFill>
              </a:rPr>
              <a:t>SECURITY  ·  AI  · 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WatchService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3B82F6"/>
                </a:solidFill>
              </a:rPr>
              <a:t>Real-time Ransomware Detection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3566160"/>
            <a:ext cx="2679192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Behavior-based AI detection  ·  Instant alert  ·  Gemini AI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4457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0" dirty="0">
                <a:solidFill>
                  <a:srgbClr val="94A3B8"/>
                </a:solidFill>
              </a:rPr>
              <a:t>c135086  </a:t>
            </a:r>
            <a:r>
              <a:rPr lang="ko-KR" altLang="en-US" sz="1200" b="0" dirty="0">
                <a:solidFill>
                  <a:srgbClr val="94A3B8"/>
                </a:solidFill>
              </a:rPr>
              <a:t>김유민 </a:t>
            </a:r>
            <a:r>
              <a:rPr lang="en-US" altLang="ko-KR" sz="1200" b="0" dirty="0">
                <a:solidFill>
                  <a:srgbClr val="94A3B8"/>
                </a:solidFill>
              </a:rPr>
              <a:t>|</a:t>
            </a:r>
            <a:r>
              <a:rPr lang="ko-KR" altLang="en-US" sz="1200" b="0" dirty="0">
                <a:solidFill>
                  <a:srgbClr val="94A3B8"/>
                </a:solidFill>
              </a:rPr>
              <a:t> </a:t>
            </a:r>
            <a:r>
              <a:rPr lang="en-US" sz="1200" b="0" dirty="0">
                <a:solidFill>
                  <a:srgbClr val="94A3B8"/>
                </a:solidFill>
              </a:rPr>
              <a:t>B898061</a:t>
            </a:r>
            <a:r>
              <a:rPr lang="ko-KR" altLang="en-US" sz="1200" b="0" dirty="0">
                <a:solidFill>
                  <a:srgbClr val="94A3B8"/>
                </a:solidFill>
              </a:rPr>
              <a:t> 이상혁</a:t>
            </a:r>
            <a:endParaRPr sz="1200" b="0" dirty="0">
              <a:solidFill>
                <a:srgbClr val="94A3B8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What problem does it solve?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521208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64008" cy="5212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234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</a:rPr>
              <a:t>⚠ 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</a:rPr>
              <a:t>Ransomware encrypts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3911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and demands ransom — data
loss is irreversible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</a:rPr>
              <a:t>Traditional AV misses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021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new/unknown variants
(signature-based limits)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</a:rPr>
              <a:t>No real-time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6519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Users notice too late;
damage already 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143000"/>
            <a:ext cx="726948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1143000"/>
            <a:ext cx="64008" cy="5212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27448" y="12344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</a:rPr>
              <a:t>✓  Our Solution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1737360"/>
            <a:ext cx="6949440" cy="1051560"/>
          </a:xfrm>
          <a:prstGeom prst="rect">
            <a:avLst/>
          </a:prstGeom>
          <a:solidFill>
            <a:srgbClr val="16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1792224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Behavior-based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10312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Monitors file activity patterns — not
file content. Works on any ransomware variant.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2926080"/>
            <a:ext cx="6949440" cy="1051560"/>
          </a:xfrm>
          <a:prstGeom prst="rect">
            <a:avLst/>
          </a:prstGeom>
          <a:solidFill>
            <a:srgbClr val="16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2980944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XGBoost AI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29184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9 behavioral features (read/write/delete/
entropy change) → SAFE / WARNING / DANGER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4114800"/>
            <a:ext cx="6949440" cy="1051560"/>
          </a:xfrm>
          <a:prstGeom prst="rect">
            <a:avLst/>
          </a:prstGeom>
          <a:solidFill>
            <a:srgbClr val="16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0" y="4169663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Instant Multi-channel Alert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48056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Fullscreen emergency popup + email
notification the moment DANGER is detected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5303520"/>
            <a:ext cx="6949440" cy="1051560"/>
          </a:xfrm>
          <a:prstGeom prst="rect">
            <a:avLst/>
          </a:prstGeom>
          <a:solidFill>
            <a:srgbClr val="16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0" y="5358384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Gemini AI Guidance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566928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LLM generates step-by-step response
guide tailored to the detected threat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Core capabilities of WatchService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49039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749039" cy="457200"/>
          </a:xfrm>
          <a:prstGeom prst="rect">
            <a:avLst/>
          </a:prstGeom>
          <a:solidFill>
            <a:srgbClr val="16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435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🔍  Real-time File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Java NIO WatchService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3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Recursive folder watching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786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CREATE / MODIFY / DELETE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083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3-second window aggregation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188720"/>
            <a:ext cx="3749039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59" y="1188720"/>
            <a:ext cx="3749039" cy="457200"/>
          </a:xfrm>
          <a:prstGeom prst="rect">
            <a:avLst/>
          </a:prstGeom>
          <a:solidFill>
            <a:srgbClr val="16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2435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🤖  AI-powered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7190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XGBoost binary 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3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9 behavioral feature vectors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786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Trained on 30,000 samples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083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SAFE / WARNING / DANGER labels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188720"/>
            <a:ext cx="3749039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83879" y="1188720"/>
            <a:ext cx="3749039" cy="457200"/>
          </a:xfrm>
          <a:prstGeom prst="rect">
            <a:avLst/>
          </a:prstGeom>
          <a:solidFill>
            <a:srgbClr val="16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12435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📊  Entropy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7190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Multi-section sampling (40/40/20%)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14883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Encryption detection via entropy spike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57860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Noise filter: |diff| &gt; 0.05 threshold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0083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file_encrypt_like_count feature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94760"/>
            <a:ext cx="3749039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3794760"/>
            <a:ext cx="3749039" cy="457200"/>
          </a:xfrm>
          <a:prstGeom prst="rect">
            <a:avLst/>
          </a:prstGeom>
          <a:solidFill>
            <a:srgbClr val="16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84962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🚨  Instant Alert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3251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Fullscreen emergency popup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54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Email notification (SMTP)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1846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Gemini LLM response guidance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144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Dashboard with history &amp; stats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3794760"/>
            <a:ext cx="3749039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51959" y="3794760"/>
            <a:ext cx="3749039" cy="457200"/>
          </a:xfrm>
          <a:prstGeom prst="rect">
            <a:avLst/>
          </a:prstGeom>
          <a:solidFill>
            <a:srgbClr val="16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9120" y="384962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⚙️  Persistent Settings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43251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Fixed ownerKey 'default'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754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Survives server restart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1846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Watch folders + exception rules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56144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Alert email configuration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79" y="3794760"/>
            <a:ext cx="3749039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83879" y="3794760"/>
            <a:ext cx="3749039" cy="457200"/>
          </a:xfrm>
          <a:prstGeom prst="rect">
            <a:avLst/>
          </a:prstGeom>
          <a:solidFill>
            <a:srgbClr val="16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0" y="384962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📋  Reporting &amp; Admin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3251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PDF report export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754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CSV / JSON log download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51846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Admin 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56144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False-positive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</a:rPr>
              <a:t>System</a:t>
            </a:r>
            <a:r>
              <a:rPr sz="2800" b="1" dirty="0">
                <a:solidFill>
                  <a:srgbClr val="FFFFFF"/>
                </a:solidFill>
              </a:rPr>
              <a:t>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System components and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749039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749039" cy="411480"/>
          </a:xfrm>
          <a:prstGeom prst="rect">
            <a:avLst/>
          </a:prstGeom>
          <a:solidFill>
            <a:srgbClr val="16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Frontend  (React)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React CRA  +  React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756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Polling dashboard (5s interval)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054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Notifications / Logs / Settings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148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</a:rPr>
              <a:t>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143000"/>
            <a:ext cx="3749039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59" y="1143000"/>
            <a:ext cx="3749039" cy="411480"/>
          </a:xfrm>
          <a:prstGeom prst="rect">
            <a:avLst/>
          </a:prstGeom>
          <a:solidFill>
            <a:srgbClr val="16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188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Backend  (Spring Boot 3.5)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6459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Java 17  +  Gradle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756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WatcherService → EventWindowAggregator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054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SQLite (JDBC)  ·  JavaMailSender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148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</a:rPr>
              <a:t>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143000"/>
            <a:ext cx="3749039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83879" y="1143000"/>
            <a:ext cx="3749039" cy="411480"/>
          </a:xfrm>
          <a:prstGeom prst="rect">
            <a:avLst/>
          </a:prstGeom>
          <a:solidFill>
            <a:srgbClr val="16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1188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</a:rPr>
              <a:t>AI Server  (Python)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6459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FastAPI  +  XGBoost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0756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POST /api/analyze  (9 features)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5054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</a:rPr>
              <a:t>• Gemini API  (LLM guidance)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</a:rPr>
              <a:t>Data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069080"/>
            <a:ext cx="274320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4069080"/>
            <a:ext cx="411480" cy="2468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3192" y="4160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13308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File 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553712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NIO WatchService detects CREATE / MODIFY / DELETE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0749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4069080"/>
            <a:ext cx="274320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46120" y="4069080"/>
            <a:ext cx="411480" cy="2468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19272" y="4160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413308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3s Window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40" y="4553712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Aggregate events → compute 9 feature vectors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0749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4069080"/>
            <a:ext cx="274320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72200" y="4069080"/>
            <a:ext cx="411480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45352" y="4160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13308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AI Analyze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553712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XGBoost returns score → SAFE / WARNING / DANGER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0749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80" y="4069080"/>
            <a:ext cx="274320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098280" y="4069080"/>
            <a:ext cx="411480" cy="2468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71432" y="4160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6920" y="413308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DANGER?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4553712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Fullscreen popup + Email + Gemini guidance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94A3B8"/>
                </a:solidFill>
              </a:rPr>
              <a:t>Live demonstration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64008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Launch &amp;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Open WatchService Agent  →  Start monitoring
Settings → Add watch folder (e.g. Desktop/test)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64008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280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727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Configure Email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6596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Settings → Alert Email → Enter recipient
Send test email → Verify delivery in inbox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97180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971800"/>
            <a:ext cx="64008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063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55E"/>
                </a:solidFill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3558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Simulate Normal 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49039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Create / edit / delete a few text files
Dashboard shows SAFE (green) — no alert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97180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2971800"/>
            <a:ext cx="64008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063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3558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Simulate Ransomware Behavior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49039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Run simulate script: rapid mass rename +
high-entropy overwrite on 20+ files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75488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4754880"/>
            <a:ext cx="64008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846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1389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DANGER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5321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94A3B8"/>
                </a:solidFill>
              </a:rPr>
              <a:t>Fullscreen emergency popup appears
Email alert delivered to inbox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754880"/>
            <a:ext cx="56692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Rectangle 31"/>
          <p:cNvSpPr/>
          <p:nvPr/>
        </p:nvSpPr>
        <p:spPr>
          <a:xfrm>
            <a:off x="6263640" y="4754880"/>
            <a:ext cx="64008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4846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</a:rPr>
              <a:t>Step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1389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Response &amp;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5321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Gemini AI guidance displayed on screen
Dashboard → Notification detail → history log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C63B6D05-AD77-FC55-15AB-BC957B9C8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425" y="1266236"/>
            <a:ext cx="1830015" cy="1490887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CECB6196-6609-92E2-59FA-2C6FEF8CF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435" y="3031235"/>
            <a:ext cx="2266005" cy="1380743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9D5D85BD-9C45-1529-4B92-2279F6101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9945" y="1275795"/>
            <a:ext cx="2375667" cy="1481328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7EA4F2E3-49DD-C01A-8ED9-DA92460669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0599" y="3108961"/>
            <a:ext cx="2214358" cy="1380745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E428524-BE54-5296-F244-8FA541C7F8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9945" y="5020056"/>
            <a:ext cx="2238449" cy="112471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044D89B8-9804-84B7-5D07-FCBCAC1BD2B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042"/>
          <a:stretch>
            <a:fillRect/>
          </a:stretch>
        </p:blipFill>
        <p:spPr>
          <a:xfrm>
            <a:off x="3550568" y="4887468"/>
            <a:ext cx="2255872" cy="13784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558</Words>
  <Application>Microsoft Macintosh PowerPoint</Application>
  <PresentationFormat>사용자 지정</PresentationFormat>
  <Paragraphs>108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이상혁</cp:lastModifiedBy>
  <cp:revision>3</cp:revision>
  <dcterms:created xsi:type="dcterms:W3CDTF">2013-01-27T09:14:16Z</dcterms:created>
  <dcterms:modified xsi:type="dcterms:W3CDTF">2026-06-15T09:01:12Z</dcterms:modified>
  <cp:category/>
</cp:coreProperties>
</file>