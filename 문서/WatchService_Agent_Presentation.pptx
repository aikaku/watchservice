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280160"/>
            <a:ext cx="2130552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280160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FDBFE"/>
                </a:solidFill>
              </a:rPr>
              <a:t>SECURITY  ·  AI  · 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WatchService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3B82F6"/>
                </a:solidFill>
              </a:rPr>
              <a:t>Real-time Ransomware Detection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566160"/>
            <a:ext cx="2679192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Behavior-based AI detection  ·  Instant alert  ·  Gemini AI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Computer Science  | 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What problem does it solve?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5212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64008" cy="52120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34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⚠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Ransomware encrypts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and demands ransom — data
loss is irreversible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Traditional AV misses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new/unknown variants
(signature-based limits)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63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</a:rPr>
              <a:t>No real-time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6519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Users notice too late;
damage already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B82F6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726948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1143000"/>
            <a:ext cx="64008" cy="5212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12344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</a:rPr>
              <a:t>✓  Our Solution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173736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79222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Behavior-based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0312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Monitors file activity patterns — not
file content. Works on any ransomware variant.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292608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98094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XGBoost AI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29184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9 behavioral features (read/write/delete/
entropy change) → SAFE / WARNING / DANGER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411480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4169663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Instant Multi-channel Alert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48056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Fullscreen emergency popup + email
notification the moment DANGER is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5303520"/>
            <a:ext cx="6949440" cy="105156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535838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Gemini AI Guidance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566928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LLM generates step-by-step response
guide tailored to the detected threat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Core capabilities of WatchService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🔍  Real-time File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Java NIO WatchService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Recursive folder watching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CREATE / MODIFY / DELETE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3-second window aggregation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🤖  AI-powered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XGBoost binary classifier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9 behavioral feature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Trained on 30,000 samples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SAFE / WARNING / DANGER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18872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18872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2435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📊  Entropy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Multi-section sampling (40/40/20%)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14883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Encryption detection via entropy spike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786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Noise filter: |diff| &gt; 0.05 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008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file_encrypt_like_count feature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🚨  Instant Alert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Fullscreen emergency popup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Email notification (SMTP)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Gemini LLM response guidance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Dashboard with history &amp; stats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59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⚙️  Persistent Settings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Fixed ownerKey 'default'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Survives server restart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Watch folders + exception rules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Alert email configuration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3794760"/>
            <a:ext cx="3749039" cy="2423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79" y="3794760"/>
            <a:ext cx="3749039" cy="45720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38496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📋  Reporting &amp; Admin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325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PDF report 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7548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CSV / JSON log download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1846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Admin 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6144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False-positive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System components and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749039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3749039" cy="41148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Frontend  (React)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React CRA  +  React 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756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Polling dashboard (5s interval)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054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Notifications / Logs / Settings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</a:rPr>
              <a:t>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143000"/>
            <a:ext cx="3749039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143000"/>
            <a:ext cx="3749039" cy="41148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Backend  (Spring Boot 3.5)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45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Java 17  +  Gradle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0756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WatcherService → EventWindowAggregator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054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SQLite (JDBC)  ·  JavaMailSender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</a:rPr>
              <a:t>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3749039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143000"/>
            <a:ext cx="3749039" cy="411480"/>
          </a:xfrm>
          <a:prstGeom prst="rect">
            <a:avLst/>
          </a:prstGeom>
          <a:solidFill>
            <a:srgbClr val="16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</a:rPr>
              <a:t>AI Server  (Python)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6459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FastAPI  +  XGBoost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756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POST /api/analyze  (9 features)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054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</a:rPr>
              <a:t>• Gemini API  (LLM guidance)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4A3B8"/>
                </a:solidFill>
              </a:rPr>
              <a:t>Data 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069080"/>
            <a:ext cx="41148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File Event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NIO WatchService detects CREATE / MODIFY / DELETE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0749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46120" y="4069080"/>
            <a:ext cx="411480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927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3s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4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Aggregate events → compute 9 feature vectors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0749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4069080"/>
            <a:ext cx="411480" cy="2468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535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AI Analyze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XGBoost returns score → SAFE / WARNING / DANGER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50749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4069080"/>
            <a:ext cx="27432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98280" y="4069080"/>
            <a:ext cx="411480" cy="2468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71432" y="41605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13308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DANGER?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4553712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Fullscreen popup + Email + Gemini guidance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Live demonstration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Launch &amp;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Open WatchService Agent  →  Start monitoring
Settings → Add watch folder (e.g. Desktop/test)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80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727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Configure Email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Settings → Alert Email → Enter recipient
Send test email → Verify delivery in inbox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7180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971800"/>
            <a:ext cx="64008" cy="16459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55E"/>
                </a:solidFill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558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Simulate Normal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Create / edit / delete a few text files
Dashboard shows SAFE (green) — no alert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97180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2971800"/>
            <a:ext cx="64008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3558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Simulate Ransomware Behavior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49039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Run simulate script: rapid mass rename +
high-entropy overwrite on 20+ 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75488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754880"/>
            <a:ext cx="64008" cy="1645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F4444"/>
                </a:solidFill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38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DANGER Detection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321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Fullscreen emergency popup appears
Email alert delivered to inbox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754880"/>
            <a:ext cx="566928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4754880"/>
            <a:ext cx="64008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</a:rPr>
              <a:t>Step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138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Response &amp;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5321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Gemini AI guidance displayed on screen
Dashboard → Notification detail → history 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